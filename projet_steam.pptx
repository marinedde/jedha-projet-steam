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STEAM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943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Analyse de l'écosystème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 jeu vidéo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6517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des données Steam · 27 075 jeux analysés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3840480"/>
            <a:ext cx="2011680" cy="10058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3886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27 075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4370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jeux analysés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87168" y="3840480"/>
            <a:ext cx="2011680" cy="10058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87168" y="3886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87168" y="4370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colonnes de données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0016" y="3840480"/>
            <a:ext cx="2011680" cy="10058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3886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00016" y="4370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niveaux d'analyse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12864" y="3840480"/>
            <a:ext cx="2011680" cy="10058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12864" y="3886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12864" y="4370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exclusifs Windows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Jedha · Bloc Big Data · PySpark · Databricks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CONTEXTE &amp; PROBLÉMATIQUE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02336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34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mission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travaillez pour </a:t>
            </a:r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Ubisoft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éditeur français de jeux vidéo.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Ubisoft prépare un nouveau jeu révolutionnaire et a besoin d'analyser l'écosystème Steam pour identifier les tendances du marché.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234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axes d'analyse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00600" y="1828800"/>
            <a:ext cx="4572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49240" y="1828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Macro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49240" y="20756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Éditeurs, prix, sorties par année, âge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2834640"/>
            <a:ext cx="4572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49240" y="2834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Genres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49240" y="30815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Popularité, ratio avis, rentabilité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3840480"/>
            <a:ext cx="4572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49240" y="3840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Plateformes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49240" y="40873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/ Mac / Linux — disponibilité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TECHNIQUE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1508760" cy="237744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325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9202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Source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23774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Kaggle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steam.csv · 27K jeux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0" y="2468880"/>
            <a:ext cx="228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1280160"/>
            <a:ext cx="1508760" cy="23774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1325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057400" y="19202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Stockage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57400" y="23774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Catalog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Volume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66160" y="2468880"/>
            <a:ext cx="228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94760" y="1280160"/>
            <a:ext cx="1508760" cy="2377440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1325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794760" y="19202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Ingestion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94760" y="23774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spark.read.csv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InferSchema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03520" y="2468880"/>
            <a:ext cx="228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32120" y="1280160"/>
            <a:ext cx="1508760" cy="2377440"/>
          </a:xfrm>
          <a:prstGeom prst="rect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1325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532120" y="19202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Transform.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32120" y="23774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PySpark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explode / groupBy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40880" y="2468880"/>
            <a:ext cx="228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69480" y="1280160"/>
            <a:ext cx="1508760" cy="2377440"/>
          </a:xfrm>
          <a:prstGeom prst="rect">
            <a:avLst/>
          </a:prstGeom>
          <a:solidFill>
            <a:srgbClr val="7209B7"/>
          </a:solidFill>
          <a:ln w="12700">
            <a:solidFill>
              <a:srgbClr val="7209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69480" y="1325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269480" y="19202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Visualisation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69480" y="23774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utilisées 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4343400"/>
            <a:ext cx="2560320" cy="292608"/>
          </a:xfrm>
          <a:prstGeom prst="rect">
            <a:avLst/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3434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Spark 3.4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46120" y="4343400"/>
            <a:ext cx="2560320" cy="292608"/>
          </a:xfrm>
          <a:prstGeom prst="rect">
            <a:avLst/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46120" y="43434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PySpark SQL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72200" y="4343400"/>
            <a:ext cx="2560320" cy="292608"/>
          </a:xfrm>
          <a:prstGeom prst="rect">
            <a:avLst/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43434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Serverless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4709160"/>
            <a:ext cx="2560320" cy="292608"/>
          </a:xfrm>
          <a:prstGeom prst="rect">
            <a:avLst/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7091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Catalog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46120" y="4709160"/>
            <a:ext cx="2560320" cy="292608"/>
          </a:xfrm>
          <a:prstGeom prst="rect">
            <a:avLst/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46120" y="47091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72200" y="4709160"/>
            <a:ext cx="2560320" cy="292608"/>
          </a:xfrm>
          <a:prstGeom prst="rect">
            <a:avLst/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200" y="47091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ANALYSE MACRO — Vue d'ensemble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4114800" cy="1600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984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Top éditeur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Big Fish Games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212 jeux publiés sur Steam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114800" cy="1600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2984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Pic de sorties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16459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2017–2018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800600" y="2286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8 160 sorties en 2018 (record)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3017520"/>
            <a:ext cx="4114800" cy="1600200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127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Prix dominant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34747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5€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65760" y="4114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 des jeux payants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4114800" cy="1600200"/>
          </a:xfrm>
          <a:prstGeom prst="rect">
            <a:avLst/>
          </a:prstGeom>
          <a:solidFill>
            <a:srgbClr val="7209B7"/>
          </a:solidFill>
          <a:ln w="12700">
            <a:solidFill>
              <a:srgbClr val="7209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127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🔞 Contenu adulte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34747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2%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800600" y="4114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Majorité tout public (97,8%)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4617720"/>
            <a:ext cx="8686800" cy="320040"/>
          </a:xfrm>
          <a:prstGeom prst="rect">
            <a:avLst/>
          </a:prstGeom>
          <a:solidFill>
            <a:srgbClr val="FFF3CD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636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Le dataset couvre jusqu'en 2019 — impact Covid non mesurable sur ce jeu de données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209B7"/>
          </a:solidFill>
          <a:ln w="12700">
            <a:solidFill>
              <a:srgbClr val="7209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ANALYSE DES GENRES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0" y="1143000"/>
            <a:ext cx="45720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1430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46520" y="11430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19,421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0" y="1618488"/>
            <a:ext cx="2802636" cy="34747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61848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77156" y="16184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11,903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0" y="2093976"/>
            <a:ext cx="2404872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209397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Casual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79392" y="209397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10,210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0" y="2569464"/>
            <a:ext cx="2363724" cy="347472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256946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Adventure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38244" y="256946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10,032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044952"/>
            <a:ext cx="1234440" cy="347472"/>
          </a:xfrm>
          <a:prstGeom prst="rect">
            <a:avLst/>
          </a:prstGeom>
          <a:solidFill>
            <a:srgbClr val="7209B7"/>
          </a:solidFill>
          <a:ln w="12700">
            <a:solidFill>
              <a:srgbClr val="7209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304495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0" y="304495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5,247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3520440"/>
            <a:ext cx="1225296" cy="347472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35204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99816" y="3520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5,194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0" y="3995928"/>
            <a:ext cx="1014984" cy="347472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39959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89504" y="39959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4,311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0" y="1143000"/>
            <a:ext cx="2377440" cy="3749040"/>
          </a:xfrm>
          <a:prstGeom prst="rect">
            <a:avLst/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1234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75120" y="16916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Indie = 71% du catalogue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75120" y="22860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Meilleurs ratios : Design &amp; Illustration (75%)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75120" y="28803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Jeux les + lucratifs : outils créatifs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75120" y="34747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Square Enix → Action &amp; RPG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75120" y="4069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SEGA → Action majoritaire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ANALYSE DES PLATEFORMES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51760" cy="2011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74320" y="2103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exclusifs Windows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5420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18 398 jeux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651760" cy="20116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280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200400" y="2103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multi-plateformes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25420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+ Mac + Linux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51760" cy="2011680"/>
          </a:xfrm>
          <a:prstGeom prst="rect">
            <a:avLst/>
          </a:prstGeom>
          <a:solidFill>
            <a:srgbClr val="7209B7"/>
          </a:solidFill>
          <a:ln w="12700">
            <a:solidFill>
              <a:srgbClr val="7209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280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126480" y="2103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+ Mac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25420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support Linux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Disponibilité par plateforme 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371600" y="3840480"/>
            <a:ext cx="50292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8404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38404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27,070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371600" y="4233672"/>
            <a:ext cx="1498702" cy="2926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23367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16022" y="42336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8,066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371600" y="4626864"/>
            <a:ext cx="970636" cy="292608"/>
          </a:xfrm>
          <a:prstGeom prst="rect">
            <a:avLst/>
          </a:prstGeom>
          <a:solidFill>
            <a:srgbClr val="7209B7"/>
          </a:solidFill>
          <a:ln w="12700">
            <a:solidFill>
              <a:srgbClr val="7209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62686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387956" y="46268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5,235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RECOMMANDATIONS POUR UBISOFT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4114800" cy="16916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143000"/>
            <a:ext cx="50292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21615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Cibler le genre Action-Adventure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+ Adventure = genres les plus populaires après Indie. SEGA, Square Enix et THQ Nordic confirment cette tendance. Idéal pour un AAA Ubisoft.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114800" cy="1691640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143000"/>
            <a:ext cx="50292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57800" y="121615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Prix entre 10€ et 20€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6459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sweet spot : 10-20€ représente 16% du marché mais concentre les meilleurs ratios d'avis positifs. Les AAA à 60€+ sont rares sur Steam.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3017520"/>
            <a:ext cx="4114800" cy="1691640"/>
          </a:xfrm>
          <a:prstGeom prst="rect">
            <a:avLst/>
          </a:prstGeom>
          <a:solidFill>
            <a:srgbClr val="7209B7"/>
          </a:solidFill>
          <a:ln w="12700">
            <a:solidFill>
              <a:srgbClr val="7209B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3017520"/>
            <a:ext cx="50292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09067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Support multi-plateformes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35204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Seulement 17% des jeux supportent les 3 plateformes. Cibler Windows + Mac donne accès à 85% du marché.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017520"/>
            <a:ext cx="4114800" cy="169164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017520"/>
            <a:ext cx="50292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57800" y="309067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Sortie avant 2020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35204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pic de sorties était en 2018. Le marché se densifie : la qualité et la notoriété (ratio avis &gt;95%) sont des différenciateurs clés.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COMPÉTENCES VALIDÉES — Bloc Big Data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4114800" cy="1737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Ingestion des données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Lecture JSON/CSV avec PySpark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984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Gestion Unity Catalog / DBFS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22768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Gestion du schéma imbriqué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114800" cy="1737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234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Transformation PySpark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explode() sur colonnes multivaluées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00600" y="1984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groupBy / agg / orderBy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00600" y="22768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Colonnes dérivées (withColumn)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00600" y="25694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Fonctions de date (year, month)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3063240"/>
            <a:ext cx="4114800" cy="1737360"/>
          </a:xfrm>
          <a:prstGeom prst="rect">
            <a:avLst/>
          </a:prstGeom>
          <a:solidFill>
            <a:srgbClr val="7209B7"/>
          </a:solidFill>
          <a:ln w="12700">
            <a:solidFill>
              <a:srgbClr val="7209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54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Analyse exploratoire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3 niveaux d'analyse (EDA)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39044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Détection des nulls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41970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Statistiques descriptives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44897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Insights métier actionnables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063240"/>
            <a:ext cx="4114800" cy="173736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154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Visualisation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Matplotlib intégré Databricks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39044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Bar, horizontal bar, pie charts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0600" y="41970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Publication notebook public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Steam : un marché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aux tendances claires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2377440"/>
            <a:ext cx="8412480" cy="640080"/>
          </a:xfrm>
          <a:prstGeom prst="rect">
            <a:avLst/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39572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Le marché a explosé 2014–2018 avec la démocratisation de l'accès indie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3154680"/>
            <a:ext cx="8412480" cy="640080"/>
          </a:xfrm>
          <a:prstGeom prst="rect">
            <a:avLst/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17296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 Action-Adventure + multi-plateforme = combinaison gagnante pour un AAA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931920"/>
            <a:ext cx="8412480" cy="640080"/>
          </a:xfrm>
          <a:prstGeom prst="rect">
            <a:avLst/>
          </a:prstGeom>
          <a:solidFill>
            <a:srgbClr val="11224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9502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La qualité prime : les jeux avec &gt;97% d'avis positifs deviennent des références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Merci · Questions 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Steam - Jedha CDSD</dc:title>
  <dc:subject>PptxGenJS Presentation</dc:subject>
  <dc:creator>PptxGenJS</dc:creator>
  <cp:lastModifiedBy>PptxGenJS</cp:lastModifiedBy>
  <cp:revision>1</cp:revision>
  <dcterms:created xsi:type="dcterms:W3CDTF">2026-02-24T05:34:13Z</dcterms:created>
  <dcterms:modified xsi:type="dcterms:W3CDTF">2026-02-24T05:34:13Z</dcterms:modified>
</cp:coreProperties>
</file>